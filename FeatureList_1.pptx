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469312-8BE5-C95E-09A5-45AFC7EC63E6}" v="2" dt="2026-09-11T05:55:34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 Dutta" userId="S::3205701@tcs.com::a40cffca-21e7-472f-a930-4adabe938fec" providerId="AD" clId="Web-{B8469312-8BE5-C95E-09A5-45AFC7EC63E6}"/>
    <pc:docChg chg="modSld">
      <pc:chgData name="Akash Dutta" userId="S::3205701@tcs.com::a40cffca-21e7-472f-a930-4adabe938fec" providerId="AD" clId="Web-{B8469312-8BE5-C95E-09A5-45AFC7EC63E6}" dt="2026-09-11T05:55:34.025" v="1" actId="20577"/>
      <pc:docMkLst>
        <pc:docMk/>
      </pc:docMkLst>
      <pc:sldChg chg="modSp">
        <pc:chgData name="Akash Dutta" userId="S::3205701@tcs.com::a40cffca-21e7-472f-a930-4adabe938fec" providerId="AD" clId="Web-{B8469312-8BE5-C95E-09A5-45AFC7EC63E6}" dt="2026-09-11T05:55:34.025" v="1" actId="20577"/>
        <pc:sldMkLst>
          <pc:docMk/>
          <pc:sldMk cId="702399105" sldId="257"/>
        </pc:sldMkLst>
        <pc:spChg chg="mod">
          <ac:chgData name="Akash Dutta" userId="S::3205701@tcs.com::a40cffca-21e7-472f-a930-4adabe938fec" providerId="AD" clId="Web-{B8469312-8BE5-C95E-09A5-45AFC7EC63E6}" dt="2026-09-11T05:55:34.025" v="1" actId="20577"/>
          <ac:spMkLst>
            <pc:docMk/>
            <pc:sldMk cId="702399105" sldId="257"/>
            <ac:spMk id="2" creationId="{03934F51-6188-8C72-49E1-734834506B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32E2D-D5E7-46D7-BBE0-A7EF8041F861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FB8B7-F794-4D57-BE1D-498F4DD81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774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FB8B7-F794-4D57-BE1D-498F4DD81F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92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38382-99F5-FD9F-82F7-FF9F1C3D4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91424-C0E3-6CD8-ECEE-F72BCD632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612E7-E33B-6D85-F655-954DFD70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3E2A-0F24-4499-8677-55C649326B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0421A-3DB1-7E2E-8E2F-B83BC3DC3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40EC7-B815-4A68-A675-7AC0E83C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4B7F-A04A-4DCB-AEB7-D0DCCF683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00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4C0D6-5D28-44F1-646B-436139177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D7D00-7C8D-E400-A473-DBEE1FF89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A7E00-14E5-C899-3564-747A87F5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3E2A-0F24-4499-8677-55C649326B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A4395-59DC-BC04-9498-282932705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8F024-E1D5-DA71-B368-187956C6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4B7F-A04A-4DCB-AEB7-D0DCCF683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188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D26F-E7CB-C36C-CABD-39BF87EB7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6420A-711A-FADF-ED4F-17DBC6990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AB2B4-3A2C-1F2E-6A03-76C6C576F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3E2A-0F24-4499-8677-55C649326B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A60E5-B6EB-7823-E0D9-326973C28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FA65C-DD00-400A-A2DC-9558F0D1D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4B7F-A04A-4DCB-AEB7-D0DCCF683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7C9E-66DA-7153-E88D-F83384CD6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A9C23-3EAD-069B-0325-5B1CF46E0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ED96A-4910-5289-5223-5DC70A34B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B5E12-34B0-4A2A-ABDB-3753AC53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3E2A-0F24-4499-8677-55C649326B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8C18E-F998-1A98-828C-64956372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78079-E0FC-8963-2973-77632CFCE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4B7F-A04A-4DCB-AEB7-D0DCCF683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88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DA276-56FA-8381-87C8-1701266F7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3977F-8F33-BD13-3438-5F584BB00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D473F-E49E-B9B0-0DF3-F15904B31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02140-A44F-9B83-A640-DC3F52A70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E3EB1A-8724-4E6E-5720-C0FBDA398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DD27B4-D5A7-DD2E-0EDD-C9B308F1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3E2A-0F24-4499-8677-55C649326B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6F201-8B32-08AB-B630-675BDA292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1D54D-962B-A0CA-F3DC-01D1161BA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4B7F-A04A-4DCB-AEB7-D0DCCF683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64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D7F2-F759-A8CB-5529-93E221C07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C0344-F9A0-9D9E-6B1E-0AACED9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3E2A-0F24-4499-8677-55C649326B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6AD4F-96EF-1F61-2786-DD830D1DF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4765E-8FCE-761B-571E-A986C41C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4B7F-A04A-4DCB-AEB7-D0DCCF683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516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557AE1-DCCE-CAB7-057A-2870EEDDD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3E2A-0F24-4499-8677-55C649326B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EECC0-2F4F-A0AD-CF9F-18EFAB45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7EB7E-55FB-F87E-F287-FAF8C649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4B7F-A04A-4DCB-AEB7-D0DCCF683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20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79D5-D166-1006-A5B6-310E1ECDD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E162-185C-EA70-4CA9-23110DEBC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8D25A-DAA2-AD70-E89E-45E4D5315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E8602-DFC8-6482-F6CC-4045BA509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3E2A-0F24-4499-8677-55C649326B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1CBD-F9D7-E29D-B3F4-CC09EF080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A26ED-D5F4-13D5-BD69-E2799B2BA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4B7F-A04A-4DCB-AEB7-D0DCCF683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08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55983-2C5F-CE4F-F827-95021997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7BBB1-F24B-74C7-7DBA-299B61289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849AE-3752-67B5-990C-9B3E0FED2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95442-CD98-D0BC-D01B-BD2FFADB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3E2A-0F24-4499-8677-55C649326B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A718F-0F50-6668-B995-74F71869B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666F8-7673-623D-E982-95FA80A52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4B7F-A04A-4DCB-AEB7-D0DCCF683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529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C64DB-AD06-5528-B948-733D02DA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7D752-79E3-566F-481B-652262184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F0E67-A685-6CB2-E5FB-CFA133279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3E2A-0F24-4499-8677-55C649326B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A95AE-610E-8205-6352-6BC30282F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51423-A4D3-9320-77D7-8D68FDCC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4B7F-A04A-4DCB-AEB7-D0DCCF683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4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56092-8F96-C50B-E036-EAF7959D9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921E5-FF89-AAAE-D644-F7C1499D2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EDF83-74A8-745F-AEA7-6FB6C8A1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3E2A-0F24-4499-8677-55C649326B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DFFA3-92B1-D319-D9EE-09B46C00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1DFCE-FF56-627B-BA7F-B90B36FD3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4B7F-A04A-4DCB-AEB7-D0DCCF683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596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30D445-B193-3DD6-7906-CD59EF7F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9CA25-C628-D02D-BA86-DF5BE2350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0A411-96E0-CFCC-FAC1-4DD020988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8B3E2A-0F24-4499-8677-55C649326B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38EDB-5A96-CE9D-6D56-FD82D4437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9DD8E-F0B4-6C44-24DC-8AE9B4DB1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4B7F-A04A-4DCB-AEB7-D0DCCF683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01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FE8F6-2CFF-F517-541A-1CB7D315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73" y="137564"/>
            <a:ext cx="3439115" cy="6659745"/>
          </a:xfrm>
        </p:spPr>
        <p:txBody>
          <a:bodyPr>
            <a:normAutofit fontScale="92500" lnSpcReduction="10000"/>
          </a:bodyPr>
          <a:lstStyle/>
          <a:p>
            <a:r>
              <a:rPr lang="en-US" sz="19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Thermal Properties feature list: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Centroid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SNR_raw</a:t>
            </a: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Bandwidth 5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Entropy 4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Centroid 3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Kurtosis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RMS value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Absorption Proxy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 Energy 3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Acoustic Velocity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Peak Time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Centroid 2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Dominant Frequency 1 peak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Bandwidth 3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 Entropy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P2P-TDB3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Duration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Centroid 4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Dominant Frequency 2 peak</a:t>
            </a:r>
          </a:p>
          <a:p>
            <a:pPr marL="342900" indent="-342900">
              <a:buFont typeface="+mj-lt"/>
              <a:buAutoNum type="arabicPeriod"/>
            </a:pPr>
            <a:endParaRPr lang="en-IN" sz="1600"/>
          </a:p>
          <a:p>
            <a:pPr marL="342900" indent="-342900">
              <a:buFont typeface="+mj-lt"/>
              <a:buAutoNum type="arabicPeriod"/>
            </a:pPr>
            <a:endParaRPr lang="en-IN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FD538-3427-35D8-E18E-DFF6456EE6BB}"/>
              </a:ext>
            </a:extLst>
          </p:cNvPr>
          <p:cNvSpPr txBox="1"/>
          <p:nvPr/>
        </p:nvSpPr>
        <p:spPr>
          <a:xfrm>
            <a:off x="3795165" y="76875"/>
            <a:ext cx="3827532" cy="6417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Carbon Content feature list: 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RMS value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Dominant Frequency 1 peak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Entropy 2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Dominant Frequency 3 peak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Absorption Proxy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Dominant Frequency 2 peak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SNR_raw</a:t>
            </a:r>
            <a:endParaRPr lang="en-IN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00"/>
              </a:lnSpc>
              <a:buFont typeface="+mj-lt"/>
              <a:buAutoNum type="arabicPeriod"/>
            </a:pPr>
            <a:r>
              <a:rPr 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Entropy 1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Entropy 3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Bandwidth 4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Centroid </a:t>
            </a:r>
          </a:p>
          <a:p>
            <a:pPr marL="342900" indent="-342900">
              <a:lnSpc>
                <a:spcPts val="2300"/>
              </a:lnSpc>
              <a:buFont typeface="+mj-lt"/>
              <a:buAutoNum type="arabicPeriod"/>
            </a:pPr>
            <a:r>
              <a:rPr lang="en-IN" sz="15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Skew Value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SNR_Processed</a:t>
            </a:r>
            <a:endParaRPr lang="en-IN" sz="1500" b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Entropy 4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Centroid 1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Centroid 2</a:t>
            </a:r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en-IN" sz="15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Bandwidth 1</a:t>
            </a:r>
          </a:p>
          <a:p>
            <a:pPr marL="342900" indent="-342900">
              <a:buFont typeface="+mj-lt"/>
              <a:buAutoNum type="arabicPeriod"/>
            </a:pPr>
            <a:endParaRPr lang="en-I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3934F51-6188-8C72-49E1-734834506BCD}"/>
              </a:ext>
            </a:extLst>
          </p:cNvPr>
          <p:cNvSpPr txBox="1">
            <a:spLocks/>
          </p:cNvSpPr>
          <p:nvPr/>
        </p:nvSpPr>
        <p:spPr>
          <a:xfrm>
            <a:off x="7387211" y="137564"/>
            <a:ext cx="4350087" cy="66597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Ash Content feature list: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under FFT </a:t>
            </a:r>
            <a:r>
              <a:rPr lang="en-IN" sz="1600" b="1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curve_raw</a:t>
            </a:r>
            <a:endParaRPr lang="en-IN" sz="1600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Magnitude of dominant </a:t>
            </a:r>
            <a:r>
              <a:rPr lang="en-IN" sz="1600" b="1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frequency_raw</a:t>
            </a:r>
            <a:endParaRPr lang="en-IN" sz="1600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Bandwidth 1_raw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Bandwidth 2_raw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Bandwidth 3_raw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Area 1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Area 2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Area 3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Area 4</a:t>
            </a:r>
          </a:p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Entropy 1</a:t>
            </a:r>
          </a:p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Entropy 2</a:t>
            </a:r>
          </a:p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Entropy 3</a:t>
            </a:r>
          </a:p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Spectral Entropy 4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Absorption </a:t>
            </a:r>
            <a:r>
              <a:rPr lang="en-I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Proxy_proc</a:t>
            </a: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/>
                <a:cs typeface="Times New Roman"/>
              </a:rPr>
              <a:t>Peak Time_proc</a:t>
            </a: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Rise </a:t>
            </a:r>
            <a:r>
              <a:rPr lang="en-IN" sz="1600" b="1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time_proc</a:t>
            </a:r>
            <a:endParaRPr lang="en-IN" sz="1600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 </a:t>
            </a:r>
            <a:r>
              <a:rPr lang="en-IN" sz="1600" b="1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time_proc</a:t>
            </a:r>
            <a:endParaRPr lang="en-IN" sz="1600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Signal </a:t>
            </a:r>
            <a:r>
              <a:rPr lang="en-I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Energy_proc</a:t>
            </a: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under the </a:t>
            </a:r>
            <a:r>
              <a:rPr lang="en-IN" sz="1600" b="1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curve_proc</a:t>
            </a:r>
            <a:endParaRPr lang="en-IN" sz="1600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b="1" baseline="3000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peak magnitude/2</a:t>
            </a:r>
            <a:r>
              <a:rPr lang="en-IN" sz="1600" b="1" baseline="3000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6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peak magnitude</a:t>
            </a:r>
          </a:p>
          <a:p>
            <a:pPr marL="342900" indent="-342900">
              <a:buFont typeface="+mj-lt"/>
              <a:buAutoNum type="arabicPeriod"/>
            </a:pPr>
            <a:endParaRPr lang="en-IN" sz="1600"/>
          </a:p>
          <a:p>
            <a:pPr marL="342900" indent="-342900">
              <a:buFont typeface="+mj-lt"/>
              <a:buAutoNum type="arabicPeriod"/>
            </a:pP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702399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Subhadeep Basu</dc:creator>
  <cp:revision>1</cp:revision>
  <dcterms:created xsi:type="dcterms:W3CDTF">2026-06-26T07:27:05Z</dcterms:created>
  <dcterms:modified xsi:type="dcterms:W3CDTF">2026-09-11T05:55:38Z</dcterms:modified>
</cp:coreProperties>
</file>